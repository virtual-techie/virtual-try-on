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5"/>
  </p:notesMasterIdLst>
  <p:sldIdLst>
    <p:sldId id="256" r:id="rId2"/>
    <p:sldId id="268" r:id="rId3"/>
    <p:sldId id="284" r:id="rId4"/>
    <p:sldId id="285" r:id="rId5"/>
    <p:sldId id="286" r:id="rId6"/>
    <p:sldId id="287" r:id="rId7"/>
    <p:sldId id="259" r:id="rId8"/>
    <p:sldId id="281" r:id="rId9"/>
    <p:sldId id="282" r:id="rId10"/>
    <p:sldId id="283" r:id="rId11"/>
    <p:sldId id="288" r:id="rId12"/>
    <p:sldId id="266" r:id="rId13"/>
    <p:sldId id="267"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j51gb/Qh91oFliS9c/m1eu8APyL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6"/>
        <p:cNvGrpSpPr/>
        <p:nvPr/>
      </p:nvGrpSpPr>
      <p:grpSpPr>
        <a:xfrm>
          <a:off x="0" y="0"/>
          <a:ext cx="0" cy="0"/>
          <a:chOff x="0" y="0"/>
          <a:chExt cx="0" cy="0"/>
        </a:xfrm>
      </p:grpSpPr>
      <p:grpSp>
        <p:nvGrpSpPr>
          <p:cNvPr id="27" name="Google Shape;27;p14"/>
          <p:cNvGrpSpPr/>
          <p:nvPr/>
        </p:nvGrpSpPr>
        <p:grpSpPr>
          <a:xfrm>
            <a:off x="0" y="-8467"/>
            <a:ext cx="12192000" cy="6866467"/>
            <a:chOff x="0" y="-8467"/>
            <a:chExt cx="12192000" cy="6866467"/>
          </a:xfrm>
        </p:grpSpPr>
        <p:cxnSp>
          <p:nvCxnSpPr>
            <p:cNvPr id="28" name="Google Shape;28;p14"/>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29" name="Google Shape;29;p14"/>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30" name="Google Shape;30;p14"/>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31" name="Google Shape;31;p14"/>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2" name="Google Shape;32;p14"/>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4"/>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34" name="Google Shape;34;p14"/>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35" name="Google Shape;35;p14"/>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6" name="Google Shape;36;p14"/>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14"/>
            <p:cNvSpPr/>
            <p:nvPr/>
          </p:nvSpPr>
          <p:spPr>
            <a:xfrm rot="10800000">
              <a:off x="0" y="0"/>
              <a:ext cx="842596" cy="5666154"/>
            </a:xfrm>
            <a:prstGeom prst="triangle">
              <a:avLst>
                <a:gd name="adj" fmla="val 10000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14"/>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4"/>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40" name="Google Shape;40;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4E578904-E342-4FCE-A8EC-01F66606A0FB}" type="datetime1">
              <a:rPr lang="en-US" smtClean="0"/>
              <a:pPr/>
              <a:t>11/29/2021</a:t>
            </a:fld>
            <a:endParaRPr/>
          </a:p>
        </p:txBody>
      </p:sp>
      <p:sp>
        <p:nvSpPr>
          <p:cNvPr id="41" name="Google Shape;41;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42" name="Google Shape;42;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
        <p:cNvGrpSpPr/>
        <p:nvPr/>
      </p:nvGrpSpPr>
      <p:grpSpPr>
        <a:xfrm>
          <a:off x="0" y="0"/>
          <a:ext cx="0" cy="0"/>
          <a:chOff x="0" y="0"/>
          <a:chExt cx="0" cy="0"/>
        </a:xfrm>
      </p:grpSpPr>
      <p:sp>
        <p:nvSpPr>
          <p:cNvPr id="44" name="Google Shape;44;p1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6" name="Google Shape;46;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E6D7FAF1-84AE-4366-9F65-A1791787170E}" type="datetime1">
              <a:rPr lang="en-US" smtClean="0"/>
              <a:pPr/>
              <a:t>11/29/2021</a:t>
            </a:fld>
            <a:endParaRPr/>
          </a:p>
        </p:txBody>
      </p:sp>
      <p:sp>
        <p:nvSpPr>
          <p:cNvPr id="47" name="Google Shape;47;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48" name="Google Shape;48;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6"/>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52" name="Google Shape;52;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3CFB31A-7EC8-45D3-BE4F-08183357334D}" type="datetime1">
              <a:rPr lang="en-US" smtClean="0"/>
              <a:pPr/>
              <a:t>11/29/2021</a:t>
            </a:fld>
            <a:endParaRPr/>
          </a:p>
        </p:txBody>
      </p:sp>
      <p:sp>
        <p:nvSpPr>
          <p:cNvPr id="53" name="Google Shape;53;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54" name="Google Shape;54;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1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7"/>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8" name="Google Shape;58;p17"/>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9" name="Google Shape;59;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DB0366B-DD55-495D-8C09-A9D6339EDBFF}" type="datetime1">
              <a:rPr lang="en-US" smtClean="0"/>
              <a:pPr/>
              <a:t>11/29/2021</a:t>
            </a:fld>
            <a:endParaRPr/>
          </a:p>
        </p:txBody>
      </p:sp>
      <p:sp>
        <p:nvSpPr>
          <p:cNvPr id="60" name="Google Shape;60;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61" name="Google Shape;61;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1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8"/>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5" name="Google Shape;65;p18"/>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6" name="Google Shape;66;p18"/>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7" name="Google Shape;67;p18"/>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8" name="Google Shape;68;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0C2819E4-6CD2-4766-8603-413657C4BF7A}" type="datetime1">
              <a:rPr lang="en-US" smtClean="0"/>
              <a:pPr/>
              <a:t>11/29/2021</a:t>
            </a:fld>
            <a:endParaRPr/>
          </a:p>
        </p:txBody>
      </p:sp>
      <p:sp>
        <p:nvSpPr>
          <p:cNvPr id="69" name="Google Shape;69;p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70" name="Google Shape;70;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
        <p:cNvGrpSpPr/>
        <p:nvPr/>
      </p:nvGrpSpPr>
      <p:grpSpPr>
        <a:xfrm>
          <a:off x="0" y="0"/>
          <a:ext cx="0" cy="0"/>
          <a:chOff x="0" y="0"/>
          <a:chExt cx="0" cy="0"/>
        </a:xfrm>
      </p:grpSpPr>
      <p:sp>
        <p:nvSpPr>
          <p:cNvPr id="81" name="Google Shape;81;p21"/>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1"/>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83" name="Google Shape;83;p21"/>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4" name="Google Shape;84;p2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502655FB-C17E-43C3-B8A6-8D61ED848069}" type="datetime1">
              <a:rPr lang="en-US" smtClean="0"/>
              <a:pPr/>
              <a:t>11/29/2021</a:t>
            </a:fld>
            <a:endParaRPr/>
          </a:p>
        </p:txBody>
      </p:sp>
      <p:sp>
        <p:nvSpPr>
          <p:cNvPr id="85" name="Google Shape;85;p2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86" name="Google Shape;86;p2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7"/>
        <p:cNvGrpSpPr/>
        <p:nvPr/>
      </p:nvGrpSpPr>
      <p:grpSpPr>
        <a:xfrm>
          <a:off x="0" y="0"/>
          <a:ext cx="0" cy="0"/>
          <a:chOff x="0" y="0"/>
          <a:chExt cx="0" cy="0"/>
        </a:xfrm>
      </p:grpSpPr>
      <p:sp>
        <p:nvSpPr>
          <p:cNvPr id="88" name="Google Shape;88;p22"/>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2"/>
          <p:cNvSpPr>
            <a:spLocks noGrp="1"/>
          </p:cNvSpPr>
          <p:nvPr>
            <p:ph type="pic" idx="2"/>
          </p:nvPr>
        </p:nvSpPr>
        <p:spPr>
          <a:xfrm>
            <a:off x="677334" y="609600"/>
            <a:ext cx="8596668" cy="3845718"/>
          </a:xfrm>
          <a:prstGeom prst="rect">
            <a:avLst/>
          </a:prstGeom>
          <a:noFill/>
          <a:ln>
            <a:noFill/>
          </a:ln>
        </p:spPr>
      </p:sp>
      <p:sp>
        <p:nvSpPr>
          <p:cNvPr id="90" name="Google Shape;90;p22"/>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1" name="Google Shape;91;p2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E07EC769-66C0-4A1A-8911-02CBAF2A5936}" type="datetime1">
              <a:rPr lang="en-US" smtClean="0"/>
              <a:pPr/>
              <a:t>11/29/2021</a:t>
            </a:fld>
            <a:endParaRPr/>
          </a:p>
        </p:txBody>
      </p:sp>
      <p:sp>
        <p:nvSpPr>
          <p:cNvPr id="92" name="Google Shape;92;p2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93" name="Google Shape;93;p2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4"/>
        <p:cNvGrpSpPr/>
        <p:nvPr/>
      </p:nvGrpSpPr>
      <p:grpSpPr>
        <a:xfrm>
          <a:off x="0" y="0"/>
          <a:ext cx="0" cy="0"/>
          <a:chOff x="0" y="0"/>
          <a:chExt cx="0" cy="0"/>
        </a:xfrm>
      </p:grpSpPr>
      <p:sp>
        <p:nvSpPr>
          <p:cNvPr id="95" name="Google Shape;95;p23"/>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3"/>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7" name="Google Shape;97;p2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2DDEED32-B550-49A3-A3DA-1CC9414FE995}" type="datetime1">
              <a:rPr lang="en-US" smtClean="0"/>
              <a:pPr/>
              <a:t>11/29/2021</a:t>
            </a:fld>
            <a:endParaRPr/>
          </a:p>
        </p:txBody>
      </p:sp>
      <p:sp>
        <p:nvSpPr>
          <p:cNvPr id="98" name="Google Shape;98;p2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99" name="Google Shape;99;p2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0"/>
        <p:cNvGrpSpPr/>
        <p:nvPr/>
      </p:nvGrpSpPr>
      <p:grpSpPr>
        <a:xfrm>
          <a:off x="0" y="0"/>
          <a:ext cx="0" cy="0"/>
          <a:chOff x="0" y="0"/>
          <a:chExt cx="0" cy="0"/>
        </a:xfrm>
      </p:grpSpPr>
      <p:sp>
        <p:nvSpPr>
          <p:cNvPr id="101" name="Google Shape;101;p24"/>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4"/>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03" name="Google Shape;103;p24"/>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4" name="Google Shape;104;p2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73C8B62-39D8-43DD-8BC1-8477BB8644B6}" type="datetime1">
              <a:rPr lang="en-US" smtClean="0"/>
              <a:pPr/>
              <a:t>11/29/2021</a:t>
            </a:fld>
            <a:endParaRPr/>
          </a:p>
        </p:txBody>
      </p:sp>
      <p:sp>
        <p:nvSpPr>
          <p:cNvPr id="105" name="Google Shape;105;p2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106" name="Google Shape;106;p2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
        <p:nvSpPr>
          <p:cNvPr id="107" name="Google Shape;107;p24"/>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8000" b="0" i="0" u="none" strike="noStrike" cap="none">
                <a:solidFill>
                  <a:srgbClr val="BFE471"/>
                </a:solidFill>
                <a:latin typeface="Arial"/>
                <a:ea typeface="Arial"/>
                <a:cs typeface="Arial"/>
                <a:sym typeface="Arial"/>
              </a:rPr>
              <a:t>“</a:t>
            </a:r>
            <a:endParaRPr/>
          </a:p>
        </p:txBody>
      </p:sp>
      <p:sp>
        <p:nvSpPr>
          <p:cNvPr id="108" name="Google Shape;108;p24"/>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8000" b="0" i="0" u="none" strike="noStrike" cap="none">
                <a:solidFill>
                  <a:srgbClr val="BFE471"/>
                </a:solidFill>
                <a:latin typeface="Arial"/>
                <a:ea typeface="Arial"/>
                <a:cs typeface="Arial"/>
                <a:sym typeface="Arial"/>
              </a:rPr>
              <a:t>”</a:t>
            </a:r>
            <a:endParaRPr sz="1800" b="0" i="0" u="none" strike="noStrike" cap="none">
              <a:solidFill>
                <a:srgbClr val="BFE47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9"/>
        <p:cNvGrpSpPr/>
        <p:nvPr/>
      </p:nvGrpSpPr>
      <p:grpSpPr>
        <a:xfrm>
          <a:off x="0" y="0"/>
          <a:ext cx="0" cy="0"/>
          <a:chOff x="0" y="0"/>
          <a:chExt cx="0" cy="0"/>
        </a:xfrm>
      </p:grpSpPr>
      <p:sp>
        <p:nvSpPr>
          <p:cNvPr id="110" name="Google Shape;110;p25"/>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5"/>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2" name="Google Shape;112;p2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17887F6-A2AA-4E9B-9305-15009B0C59D0}" type="datetime1">
              <a:rPr lang="en-US" smtClean="0"/>
              <a:pPr/>
              <a:t>11/29/2021</a:t>
            </a:fld>
            <a:endParaRPr/>
          </a:p>
        </p:txBody>
      </p:sp>
      <p:sp>
        <p:nvSpPr>
          <p:cNvPr id="113" name="Google Shape;113;p2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114" name="Google Shape;114;p2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5"/>
        <p:cNvGrpSpPr/>
        <p:nvPr/>
      </p:nvGrpSpPr>
      <p:grpSpPr>
        <a:xfrm>
          <a:off x="0" y="0"/>
          <a:ext cx="0" cy="0"/>
          <a:chOff x="0" y="0"/>
          <a:chExt cx="0" cy="0"/>
        </a:xfrm>
      </p:grpSpPr>
      <p:sp>
        <p:nvSpPr>
          <p:cNvPr id="116" name="Google Shape;116;p26"/>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6"/>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8" name="Google Shape;118;p26"/>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9" name="Google Shape;119;p2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8885291-1A37-4AA1-A945-F6A74793F668}" type="datetime1">
              <a:rPr lang="en-US" smtClean="0"/>
              <a:pPr/>
              <a:t>11/29/2021</a:t>
            </a:fld>
            <a:endParaRPr/>
          </a:p>
        </p:txBody>
      </p:sp>
      <p:sp>
        <p:nvSpPr>
          <p:cNvPr id="120" name="Google Shape;120;p2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121" name="Google Shape;121;p2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
        <p:nvSpPr>
          <p:cNvPr id="122" name="Google Shape;122;p26"/>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8000" b="0" i="0" u="none" strike="noStrike" cap="none">
                <a:solidFill>
                  <a:srgbClr val="BFE471"/>
                </a:solidFill>
                <a:latin typeface="Arial"/>
                <a:ea typeface="Arial"/>
                <a:cs typeface="Arial"/>
                <a:sym typeface="Arial"/>
              </a:rPr>
              <a:t>“</a:t>
            </a:r>
            <a:endParaRPr/>
          </a:p>
        </p:txBody>
      </p:sp>
      <p:sp>
        <p:nvSpPr>
          <p:cNvPr id="123" name="Google Shape;123;p26"/>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8000" b="0" i="0" u="none" strike="noStrike" cap="none">
                <a:solidFill>
                  <a:srgbClr val="BFE47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4"/>
        <p:cNvGrpSpPr/>
        <p:nvPr/>
      </p:nvGrpSpPr>
      <p:grpSpPr>
        <a:xfrm>
          <a:off x="0" y="0"/>
          <a:ext cx="0" cy="0"/>
          <a:chOff x="0" y="0"/>
          <a:chExt cx="0" cy="0"/>
        </a:xfrm>
      </p:grpSpPr>
      <p:sp>
        <p:nvSpPr>
          <p:cNvPr id="125" name="Google Shape;125;p27"/>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7"/>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7" name="Google Shape;127;p27"/>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8" name="Google Shape;128;p2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3A47E83-F0B9-4CE7-BAD3-08D0F66E3B1E}" type="datetime1">
              <a:rPr lang="en-US" smtClean="0"/>
              <a:pPr/>
              <a:t>11/29/2021</a:t>
            </a:fld>
            <a:endParaRPr/>
          </a:p>
        </p:txBody>
      </p:sp>
      <p:sp>
        <p:nvSpPr>
          <p:cNvPr id="129" name="Google Shape;129;p2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130" name="Google Shape;130;p2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32" name="Google Shape;132;p2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28"/>
          <p:cNvSpPr txBox="1">
            <a:spLocks noGrp="1"/>
          </p:cNvSpPr>
          <p:nvPr>
            <p:ph type="body" idx="1"/>
          </p:nvPr>
        </p:nvSpPr>
        <p:spPr>
          <a:xfrm rot="5400000">
            <a:off x="3035282"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4" name="Google Shape;134;p2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33952B6-BBBE-42AB-B5F0-A46E48D4AB77}" type="datetime1">
              <a:rPr lang="en-US" smtClean="0"/>
              <a:pPr/>
              <a:t>11/29/2021</a:t>
            </a:fld>
            <a:endParaRPr/>
          </a:p>
        </p:txBody>
      </p:sp>
      <p:sp>
        <p:nvSpPr>
          <p:cNvPr id="135" name="Google Shape;135;p2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136" name="Google Shape;136;p2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7"/>
        <p:cNvGrpSpPr/>
        <p:nvPr/>
      </p:nvGrpSpPr>
      <p:grpSpPr>
        <a:xfrm>
          <a:off x="0" y="0"/>
          <a:ext cx="0" cy="0"/>
          <a:chOff x="0" y="0"/>
          <a:chExt cx="0" cy="0"/>
        </a:xfrm>
      </p:grpSpPr>
      <p:sp>
        <p:nvSpPr>
          <p:cNvPr id="138" name="Google Shape;138;p29"/>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29"/>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0" name="Google Shape;140;p2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65E0731-EB0B-46CC-B293-F2185DDD74F2}" type="datetime1">
              <a:rPr lang="en-US" smtClean="0"/>
              <a:pPr/>
              <a:t>11/29/2021</a:t>
            </a:fld>
            <a:endParaRPr/>
          </a:p>
        </p:txBody>
      </p:sp>
      <p:sp>
        <p:nvSpPr>
          <p:cNvPr id="141" name="Google Shape;141;p2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3 CS NSP , Sep - Dec 2021 </a:t>
            </a:r>
            <a:endParaRPr/>
          </a:p>
        </p:txBody>
      </p:sp>
      <p:sp>
        <p:nvSpPr>
          <p:cNvPr id="142" name="Google Shape;142;p2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3"/>
          <p:cNvGrpSpPr/>
          <p:nvPr/>
        </p:nvGrpSpPr>
        <p:grpSpPr>
          <a:xfrm>
            <a:off x="0" y="-8467"/>
            <a:ext cx="12192000" cy="6866467"/>
            <a:chOff x="0" y="-8467"/>
            <a:chExt cx="12192000" cy="6866467"/>
          </a:xfrm>
        </p:grpSpPr>
        <p:cxnSp>
          <p:nvCxnSpPr>
            <p:cNvPr id="11" name="Google Shape;11;p13"/>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12" name="Google Shape;12;p13"/>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13" name="Google Shape;13;p13"/>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4" name="Google Shape;14;p13"/>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3"/>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3"/>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17" name="Google Shape;17;p13"/>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18" name="Google Shape;18;p13"/>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9" name="Google Shape;19;p13"/>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3"/>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1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1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fld id="{84823F2D-8B01-422F-BEE7-0928E625BCCA}" type="datetime1">
              <a:rPr lang="en-US" smtClean="0"/>
              <a:pPr/>
              <a:t>11/29/2021</a:t>
            </a:fld>
            <a:endParaRPr/>
          </a:p>
        </p:txBody>
      </p:sp>
      <p:sp>
        <p:nvSpPr>
          <p:cNvPr id="24" name="Google Shape;24;p1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r>
              <a:rPr lang="en-US"/>
              <a:t>3 CS NSP , Sep - Dec 2021 </a:t>
            </a:r>
            <a:endParaRPr/>
          </a:p>
        </p:txBody>
      </p:sp>
      <p:sp>
        <p:nvSpPr>
          <p:cNvPr id="25" name="Google Shape;25;p1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
          <p:cNvSpPr txBox="1">
            <a:spLocks noGrp="1"/>
          </p:cNvSpPr>
          <p:nvPr>
            <p:ph type="ctrTitle"/>
          </p:nvPr>
        </p:nvSpPr>
        <p:spPr>
          <a:xfrm>
            <a:off x="2073988" y="649512"/>
            <a:ext cx="7463479" cy="148495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accent1"/>
              </a:buClr>
              <a:buSzPts val="3600"/>
              <a:buFont typeface="Trebuchet MS"/>
              <a:buNone/>
            </a:pPr>
            <a:r>
              <a:rPr lang="en-IN" sz="3600" b="1" dirty="0" err="1"/>
              <a:t>Poornima</a:t>
            </a:r>
            <a:r>
              <a:rPr lang="en-IN" sz="3600" b="1" dirty="0"/>
              <a:t> College of Engineering</a:t>
            </a:r>
            <a:br>
              <a:rPr lang="en-IN" sz="3600" b="1" dirty="0"/>
            </a:br>
            <a:r>
              <a:rPr lang="en-IN" sz="3600" b="1" dirty="0"/>
              <a:t>B. Tech. II Year (III Semester)</a:t>
            </a:r>
            <a:br>
              <a:rPr lang="en-IN" sz="3600" b="1" dirty="0"/>
            </a:br>
            <a:r>
              <a:rPr lang="en-IN" sz="3600" b="1" dirty="0"/>
              <a:t>NSP –I Phase Presentation</a:t>
            </a:r>
            <a:br>
              <a:rPr lang="en-IN" sz="3600" b="1" dirty="0"/>
            </a:br>
            <a:r>
              <a:rPr lang="en-IN" sz="3600" b="1" dirty="0"/>
              <a:t>Session: 2021-22</a:t>
            </a:r>
            <a:endParaRPr sz="3600" b="1"/>
          </a:p>
        </p:txBody>
      </p:sp>
      <p:sp>
        <p:nvSpPr>
          <p:cNvPr id="149" name="Google Shape;149;p1"/>
          <p:cNvSpPr txBox="1">
            <a:spLocks noGrp="1"/>
          </p:cNvSpPr>
          <p:nvPr>
            <p:ph type="subTitle" idx="1"/>
          </p:nvPr>
        </p:nvSpPr>
        <p:spPr>
          <a:xfrm>
            <a:off x="1076080" y="3102796"/>
            <a:ext cx="8390237" cy="3231903"/>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SzPts val="1600"/>
              <a:buNone/>
            </a:pPr>
            <a:endParaRPr sz="2000" dirty="0"/>
          </a:p>
          <a:p>
            <a:pPr marL="0" lvl="0" indent="0" algn="l" rtl="0">
              <a:spcBef>
                <a:spcPts val="1000"/>
              </a:spcBef>
              <a:spcAft>
                <a:spcPts val="0"/>
              </a:spcAft>
              <a:buSzPts val="1600"/>
              <a:buNone/>
            </a:pPr>
            <a:r>
              <a:rPr lang="en-IN" sz="2000" dirty="0"/>
              <a:t>Submitted By: 3CSC5</a:t>
            </a:r>
          </a:p>
          <a:p>
            <a:pPr indent="-457200" algn="l">
              <a:buFont typeface="+mj-lt"/>
              <a:buAutoNum type="arabicPeriod"/>
            </a:pPr>
            <a:r>
              <a:rPr lang="en-US" sz="2000" dirty="0">
                <a:latin typeface="Times New Roman" pitchFamily="18" charset="0"/>
                <a:cs typeface="Times New Roman" pitchFamily="18" charset="0"/>
              </a:rPr>
              <a:t>Tripti Agrawal ,PCE20CS187, 20EPCCS195</a:t>
            </a:r>
          </a:p>
          <a:p>
            <a:pPr indent="-457200" algn="l">
              <a:buFont typeface="+mj-lt"/>
              <a:buAutoNum type="arabicPeriod"/>
            </a:pPr>
            <a:r>
              <a:rPr lang="en-US" sz="2000" dirty="0">
                <a:latin typeface="Times New Roman" pitchFamily="18" charset="0"/>
                <a:cs typeface="Times New Roman" pitchFamily="18" charset="0"/>
              </a:rPr>
              <a:t>Shitanshu Goyal , PCE20CS173, 20EPCCS174</a:t>
            </a:r>
          </a:p>
          <a:p>
            <a:pPr indent="-457200" algn="l">
              <a:buFont typeface="+mj-lt"/>
              <a:buAutoNum type="arabicPeriod"/>
            </a:pPr>
            <a:r>
              <a:rPr lang="en-US" sz="2000" dirty="0">
                <a:latin typeface="Times New Roman" pitchFamily="18" charset="0"/>
                <a:cs typeface="Times New Roman" pitchFamily="18" charset="0"/>
              </a:rPr>
              <a:t>Vikram Jangir, PCE20CS192,20EPCCS801</a:t>
            </a:r>
          </a:p>
          <a:p>
            <a:pPr marL="0" lvl="0" indent="0" algn="l" rtl="0">
              <a:spcBef>
                <a:spcPts val="1000"/>
              </a:spcBef>
              <a:spcAft>
                <a:spcPts val="0"/>
              </a:spcAft>
              <a:buSzPts val="1600"/>
              <a:buNone/>
            </a:pPr>
            <a:r>
              <a:rPr lang="en-IN" sz="2000" dirty="0"/>
              <a:t>Project Guide: Ms Barkha Narang</a:t>
            </a:r>
          </a:p>
          <a:p>
            <a:pPr marL="0" lvl="0" indent="0" algn="l" rtl="0">
              <a:spcBef>
                <a:spcPts val="1000"/>
              </a:spcBef>
              <a:spcAft>
                <a:spcPts val="0"/>
              </a:spcAft>
              <a:buSzPts val="1600"/>
              <a:buNone/>
            </a:pPr>
            <a:endParaRPr lang="en-IN" sz="2000" dirty="0"/>
          </a:p>
          <a:p>
            <a:pPr marL="0" indent="0" algn="l">
              <a:buSzPts val="1600"/>
            </a:pPr>
            <a:r>
              <a:rPr lang="en-IN" sz="2000" dirty="0"/>
              <a:t>Submitted To: Ms Barkha Narang</a:t>
            </a:r>
          </a:p>
          <a:p>
            <a:pPr marL="0" lvl="0" indent="0" algn="l" rtl="0">
              <a:spcBef>
                <a:spcPts val="1000"/>
              </a:spcBef>
              <a:spcAft>
                <a:spcPts val="0"/>
              </a:spcAft>
              <a:buSzPts val="1600"/>
              <a:buNone/>
            </a:pPr>
            <a:endParaRPr sz="2000" dirty="0"/>
          </a:p>
          <a:p>
            <a:pPr marL="0" lvl="0" indent="0" algn="l" rtl="0">
              <a:spcBef>
                <a:spcPts val="1000"/>
              </a:spcBef>
              <a:spcAft>
                <a:spcPts val="0"/>
              </a:spcAft>
              <a:buSzPts val="1600"/>
              <a:buNone/>
            </a:pPr>
            <a:endParaRPr sz="2000" dirty="0"/>
          </a:p>
        </p:txBody>
      </p:sp>
      <p:pic>
        <p:nvPicPr>
          <p:cNvPr id="150" name="Google Shape;150;p1"/>
          <p:cNvPicPr preferRelativeResize="0"/>
          <p:nvPr/>
        </p:nvPicPr>
        <p:blipFill rotWithShape="1">
          <a:blip r:embed="rId3">
            <a:alphaModFix/>
          </a:blip>
          <a:srcRect/>
          <a:stretch/>
        </p:blipFill>
        <p:spPr>
          <a:xfrm>
            <a:off x="-1" y="0"/>
            <a:ext cx="2181497" cy="1722311"/>
          </a:xfrm>
          <a:prstGeom prst="rect">
            <a:avLst/>
          </a:prstGeom>
          <a:noFill/>
          <a:ln>
            <a:noFill/>
          </a:ln>
        </p:spPr>
      </p:pic>
      <p:sp>
        <p:nvSpPr>
          <p:cNvPr id="151" name="Google Shape;151;p1"/>
          <p:cNvSpPr txBox="1"/>
          <p:nvPr/>
        </p:nvSpPr>
        <p:spPr>
          <a:xfrm>
            <a:off x="1076080" y="2588123"/>
            <a:ext cx="8946292" cy="689334"/>
          </a:xfrm>
          <a:prstGeom prst="rect">
            <a:avLst/>
          </a:prstGeom>
          <a:noFill/>
          <a:ln>
            <a:noFill/>
          </a:ln>
        </p:spPr>
        <p:txBody>
          <a:bodyPr spcFirstLastPara="1" wrap="square" lIns="91425" tIns="45700" rIns="91425" bIns="45700" anchor="t" anchorCtr="0">
            <a:normAutofit fontScale="97500"/>
          </a:bodyPr>
          <a:lstStyle/>
          <a:p>
            <a:pPr marL="0" marR="0" lvl="0" indent="0" algn="l" rtl="0">
              <a:spcBef>
                <a:spcPts val="0"/>
              </a:spcBef>
              <a:spcAft>
                <a:spcPts val="0"/>
              </a:spcAft>
              <a:buClr>
                <a:schemeClr val="accent1"/>
              </a:buClr>
              <a:buSzPct val="100000"/>
              <a:buFont typeface="Trebuchet MS"/>
              <a:buNone/>
            </a:pPr>
            <a:r>
              <a:rPr lang="en-IN" sz="2700" b="1" i="0" u="none" strike="noStrike" cap="none" dirty="0">
                <a:solidFill>
                  <a:schemeClr val="accent1"/>
                </a:solidFill>
                <a:latin typeface="Trebuchet MS"/>
                <a:ea typeface="Trebuchet MS"/>
                <a:cs typeface="Trebuchet MS"/>
                <a:sym typeface="Trebuchet MS"/>
              </a:rPr>
              <a:t>Project Title: Virtual Try-on</a:t>
            </a:r>
            <a:endParaRPr sz="5400" b="1" i="0" u="none" strike="noStrike" cap="none" dirty="0">
              <a:solidFill>
                <a:schemeClr val="accent1"/>
              </a:solidFill>
              <a:latin typeface="Trebuchet MS"/>
              <a:ea typeface="Trebuchet MS"/>
              <a:cs typeface="Trebuchet MS"/>
              <a:sym typeface="Trebuchet MS"/>
            </a:endParaRPr>
          </a:p>
        </p:txBody>
      </p:sp>
      <p:pic>
        <p:nvPicPr>
          <p:cNvPr id="152" name="Google Shape;152;p1"/>
          <p:cNvPicPr preferRelativeResize="0"/>
          <p:nvPr/>
        </p:nvPicPr>
        <p:blipFill rotWithShape="1">
          <a:blip r:embed="rId4">
            <a:alphaModFix/>
          </a:blip>
          <a:srcRect/>
          <a:stretch/>
        </p:blipFill>
        <p:spPr>
          <a:xfrm>
            <a:off x="9823269" y="0"/>
            <a:ext cx="2368731" cy="161979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50D08-931F-4A60-B715-BB2BEDBDFDC7}"/>
              </a:ext>
            </a:extLst>
          </p:cNvPr>
          <p:cNvSpPr>
            <a:spLocks noGrp="1"/>
          </p:cNvSpPr>
          <p:nvPr>
            <p:ph type="title"/>
          </p:nvPr>
        </p:nvSpPr>
        <p:spPr>
          <a:xfrm>
            <a:off x="677334" y="589052"/>
            <a:ext cx="8596668" cy="1320800"/>
          </a:xfrm>
        </p:spPr>
        <p:txBody>
          <a:bodyPr/>
          <a:lstStyle/>
          <a:p>
            <a:r>
              <a:rPr lang="en-IN" dirty="0"/>
              <a:t>Abstract</a:t>
            </a:r>
          </a:p>
        </p:txBody>
      </p:sp>
      <p:sp>
        <p:nvSpPr>
          <p:cNvPr id="3" name="Text Placeholder 2">
            <a:extLst>
              <a:ext uri="{FF2B5EF4-FFF2-40B4-BE49-F238E27FC236}">
                <a16:creationId xmlns:a16="http://schemas.microsoft.com/office/drawing/2014/main" id="{E0D6AA13-658A-40DB-8F7A-9013175EA3DB}"/>
              </a:ext>
            </a:extLst>
          </p:cNvPr>
          <p:cNvSpPr>
            <a:spLocks noGrp="1"/>
          </p:cNvSpPr>
          <p:nvPr>
            <p:ph type="body" idx="1"/>
          </p:nvPr>
        </p:nvSpPr>
        <p:spPr>
          <a:xfrm>
            <a:off x="677334" y="1520575"/>
            <a:ext cx="8596668" cy="4520787"/>
          </a:xfrm>
        </p:spPr>
        <p:txBody>
          <a:bodyPr>
            <a:normAutofit fontScale="92500"/>
          </a:bodyPr>
          <a:lstStyle/>
          <a:p>
            <a:pPr marL="137160" indent="0" algn="just">
              <a:lnSpc>
                <a:spcPct val="150000"/>
              </a:lnSpc>
              <a:buNone/>
            </a:pPr>
            <a:r>
              <a:rPr lang="en-US" dirty="0"/>
              <a:t>The virtual try-on system uses a unique capture device and an artificial intelligence (AI)-driven way to digitize items of clothing. In this project Virtual Try-On new AR and VR technologies have been developed, which form the basis for a realistic, three dimensional, (real-time) simulation and visualization of individualized garments put on by virtual counterparts of real customers. To provide this cloning and dressing of people in VR, a complete process chain is being build up starting with the touch- less 2-dimensional scanning of the human body up to a photo-realistic 2-dimensional presentation of the virtual customer dressed in the chosen pieces of clothing. The emerging platform for interactive selection and configuration of virtual garments, the "virtual shop", will be accessible in real fashion boutiques as well as over the internet, thereby supplementing the conventional distribution channels.</a:t>
            </a:r>
            <a:endParaRPr lang="en-IN" dirty="0"/>
          </a:p>
        </p:txBody>
      </p:sp>
      <p:sp>
        <p:nvSpPr>
          <p:cNvPr id="4" name="Date Placeholder 3">
            <a:extLst>
              <a:ext uri="{FF2B5EF4-FFF2-40B4-BE49-F238E27FC236}">
                <a16:creationId xmlns:a16="http://schemas.microsoft.com/office/drawing/2014/main" id="{912A0D16-864F-4435-8A99-EF68B48621D7}"/>
              </a:ext>
            </a:extLst>
          </p:cNvPr>
          <p:cNvSpPr>
            <a:spLocks noGrp="1"/>
          </p:cNvSpPr>
          <p:nvPr>
            <p:ph type="dt" idx="10"/>
          </p:nvPr>
        </p:nvSpPr>
        <p:spPr/>
        <p:txBody>
          <a:bodyPr/>
          <a:lstStyle/>
          <a:p>
            <a:fld id="{E6D7FAF1-84AE-4366-9F65-A1791787170E}" type="datetime1">
              <a:rPr lang="en-US" smtClean="0"/>
              <a:pPr/>
              <a:t>11/29/2021</a:t>
            </a:fld>
            <a:endParaRPr lang="en-US"/>
          </a:p>
        </p:txBody>
      </p:sp>
      <p:sp>
        <p:nvSpPr>
          <p:cNvPr id="5" name="Slide Number Placeholder 4">
            <a:extLst>
              <a:ext uri="{FF2B5EF4-FFF2-40B4-BE49-F238E27FC236}">
                <a16:creationId xmlns:a16="http://schemas.microsoft.com/office/drawing/2014/main" id="{AF8E68BB-B7CB-4B30-9892-1444AF09FF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2</a:t>
            </a:fld>
            <a:endParaRPr lang="en-IN"/>
          </a:p>
        </p:txBody>
      </p:sp>
    </p:spTree>
    <p:extLst>
      <p:ext uri="{BB962C8B-B14F-4D97-AF65-F5344CB8AC3E}">
        <p14:creationId xmlns:p14="http://schemas.microsoft.com/office/powerpoint/2010/main" val="2643132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39EC-EB55-4BAA-AB31-2E73FF990221}"/>
              </a:ext>
            </a:extLst>
          </p:cNvPr>
          <p:cNvSpPr>
            <a:spLocks noGrp="1"/>
          </p:cNvSpPr>
          <p:nvPr>
            <p:ph type="title"/>
          </p:nvPr>
        </p:nvSpPr>
        <p:spPr/>
        <p:txBody>
          <a:bodyPr/>
          <a:lstStyle/>
          <a:p>
            <a:r>
              <a:rPr lang="en-US" dirty="0"/>
              <a:t>Literature Review</a:t>
            </a:r>
            <a:endParaRPr lang="en-IN" dirty="0"/>
          </a:p>
        </p:txBody>
      </p:sp>
      <p:sp>
        <p:nvSpPr>
          <p:cNvPr id="3" name="Text Placeholder 2">
            <a:extLst>
              <a:ext uri="{FF2B5EF4-FFF2-40B4-BE49-F238E27FC236}">
                <a16:creationId xmlns:a16="http://schemas.microsoft.com/office/drawing/2014/main" id="{9BDEF3D5-B608-40C2-BDF9-99B3CA073755}"/>
              </a:ext>
            </a:extLst>
          </p:cNvPr>
          <p:cNvSpPr>
            <a:spLocks noGrp="1"/>
          </p:cNvSpPr>
          <p:nvPr>
            <p:ph type="body" idx="1"/>
          </p:nvPr>
        </p:nvSpPr>
        <p:spPr>
          <a:xfrm>
            <a:off x="677334" y="1407560"/>
            <a:ext cx="8596668" cy="4654350"/>
          </a:xfrm>
        </p:spPr>
        <p:txBody>
          <a:bodyPr>
            <a:normAutofit/>
          </a:bodyPr>
          <a:lstStyle/>
          <a:p>
            <a:pPr marL="137160" indent="0">
              <a:buNone/>
            </a:pPr>
            <a:r>
              <a:rPr lang="en-US" sz="3200" b="1" dirty="0"/>
              <a:t>Virtual Reality</a:t>
            </a:r>
          </a:p>
          <a:p>
            <a:pPr marL="137160" indent="0" algn="just">
              <a:buNone/>
            </a:pPr>
            <a:r>
              <a:rPr lang="en-US" sz="2400" dirty="0"/>
              <a:t>The commonly accepted definition for VR is the use of computer-generated 3D environment, that the user can navigate and interact with, resulting in real-time simulation.</a:t>
            </a:r>
          </a:p>
          <a:p>
            <a:pPr marL="137160" indent="0" algn="just">
              <a:buNone/>
            </a:pPr>
            <a:r>
              <a:rPr lang="en-US" sz="2400" dirty="0"/>
              <a:t> More specifically, the three key elements that characterize VR are:</a:t>
            </a:r>
          </a:p>
          <a:p>
            <a:pPr algn="just"/>
            <a:r>
              <a:rPr lang="en-US" sz="2400" dirty="0"/>
              <a:t>Visualization</a:t>
            </a:r>
          </a:p>
          <a:p>
            <a:pPr algn="just"/>
            <a:r>
              <a:rPr lang="en-US" sz="2400" dirty="0"/>
              <a:t> Immersion</a:t>
            </a:r>
          </a:p>
          <a:p>
            <a:pPr algn="just"/>
            <a:r>
              <a:rPr lang="en-US" sz="2400" dirty="0"/>
              <a:t> Interactivity</a:t>
            </a:r>
            <a:endParaRPr lang="en-IN" sz="2400" dirty="0"/>
          </a:p>
        </p:txBody>
      </p:sp>
      <p:sp>
        <p:nvSpPr>
          <p:cNvPr id="4" name="Date Placeholder 3">
            <a:extLst>
              <a:ext uri="{FF2B5EF4-FFF2-40B4-BE49-F238E27FC236}">
                <a16:creationId xmlns:a16="http://schemas.microsoft.com/office/drawing/2014/main" id="{7D064BD0-ADD0-4376-BD6A-CB3CCEAA91D1}"/>
              </a:ext>
            </a:extLst>
          </p:cNvPr>
          <p:cNvSpPr>
            <a:spLocks noGrp="1"/>
          </p:cNvSpPr>
          <p:nvPr>
            <p:ph type="dt" idx="10"/>
          </p:nvPr>
        </p:nvSpPr>
        <p:spPr/>
        <p:txBody>
          <a:bodyPr/>
          <a:lstStyle/>
          <a:p>
            <a:fld id="{E6D7FAF1-84AE-4366-9F65-A1791787170E}" type="datetime1">
              <a:rPr lang="en-US" smtClean="0"/>
              <a:pPr/>
              <a:t>11/29/2021</a:t>
            </a:fld>
            <a:endParaRPr lang="en-US"/>
          </a:p>
        </p:txBody>
      </p:sp>
      <p:sp>
        <p:nvSpPr>
          <p:cNvPr id="5" name="Slide Number Placeholder 4">
            <a:extLst>
              <a:ext uri="{FF2B5EF4-FFF2-40B4-BE49-F238E27FC236}">
                <a16:creationId xmlns:a16="http://schemas.microsoft.com/office/drawing/2014/main" id="{B1AE560D-F03E-47C4-B28B-87F56C0DD3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3</a:t>
            </a:fld>
            <a:endParaRPr lang="en-IN"/>
          </a:p>
        </p:txBody>
      </p:sp>
    </p:spTree>
    <p:extLst>
      <p:ext uri="{BB962C8B-B14F-4D97-AF65-F5344CB8AC3E}">
        <p14:creationId xmlns:p14="http://schemas.microsoft.com/office/powerpoint/2010/main" val="767663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328D3-3B2F-493A-874A-9C9A67A69C08}"/>
              </a:ext>
            </a:extLst>
          </p:cNvPr>
          <p:cNvSpPr>
            <a:spLocks noGrp="1"/>
          </p:cNvSpPr>
          <p:nvPr>
            <p:ph type="title"/>
          </p:nvPr>
        </p:nvSpPr>
        <p:spPr/>
        <p:txBody>
          <a:bodyPr/>
          <a:lstStyle/>
          <a:p>
            <a:r>
              <a:rPr lang="en-US" dirty="0"/>
              <a:t>Literature Review</a:t>
            </a:r>
            <a:endParaRPr lang="en-IN" dirty="0"/>
          </a:p>
        </p:txBody>
      </p:sp>
      <p:sp>
        <p:nvSpPr>
          <p:cNvPr id="3" name="Text Placeholder 2">
            <a:extLst>
              <a:ext uri="{FF2B5EF4-FFF2-40B4-BE49-F238E27FC236}">
                <a16:creationId xmlns:a16="http://schemas.microsoft.com/office/drawing/2014/main" id="{EBCE7148-4B85-4EEC-BA99-2AA99AD4D9AE}"/>
              </a:ext>
            </a:extLst>
          </p:cNvPr>
          <p:cNvSpPr>
            <a:spLocks noGrp="1"/>
          </p:cNvSpPr>
          <p:nvPr>
            <p:ph type="body" idx="1"/>
          </p:nvPr>
        </p:nvSpPr>
        <p:spPr>
          <a:xfrm>
            <a:off x="369870" y="1705511"/>
            <a:ext cx="9174822" cy="5152490"/>
          </a:xfrm>
        </p:spPr>
        <p:txBody>
          <a:bodyPr>
            <a:normAutofit/>
          </a:bodyPr>
          <a:lstStyle/>
          <a:p>
            <a:pPr marL="137160" indent="0">
              <a:buNone/>
            </a:pPr>
            <a:r>
              <a:rPr lang="en-US" sz="3200" b="1" dirty="0"/>
              <a:t>Augmented Reality</a:t>
            </a:r>
          </a:p>
          <a:p>
            <a:pPr marL="137160" indent="0" algn="just">
              <a:lnSpc>
                <a:spcPct val="120000"/>
              </a:lnSpc>
              <a:buNone/>
            </a:pPr>
            <a:r>
              <a:rPr lang="en-US" sz="2400" dirty="0"/>
              <a:t>AR can generally be defined as the enhancement of a real-world environment using layers of computer-generated images through a device </a:t>
            </a:r>
          </a:p>
          <a:p>
            <a:pPr algn="just">
              <a:lnSpc>
                <a:spcPct val="120000"/>
              </a:lnSpc>
            </a:pPr>
            <a:r>
              <a:rPr lang="en-US" sz="2400" dirty="0"/>
              <a:t>Increases engagement and interaction </a:t>
            </a:r>
          </a:p>
          <a:p>
            <a:pPr algn="just">
              <a:lnSpc>
                <a:spcPct val="120000"/>
              </a:lnSpc>
            </a:pPr>
            <a:r>
              <a:rPr lang="en-US" sz="2400" dirty="0"/>
              <a:t>Overlay of real and digital world</a:t>
            </a:r>
          </a:p>
          <a:p>
            <a:pPr algn="just">
              <a:lnSpc>
                <a:spcPct val="120000"/>
              </a:lnSpc>
            </a:pPr>
            <a:r>
              <a:rPr lang="en-US" sz="2400" dirty="0"/>
              <a:t>Registration and alignment in 3d</a:t>
            </a:r>
          </a:p>
          <a:p>
            <a:pPr algn="just">
              <a:lnSpc>
                <a:spcPct val="120000"/>
              </a:lnSpc>
            </a:pPr>
            <a:r>
              <a:rPr lang="en-US" sz="2400" dirty="0"/>
              <a:t>provides a richer user experience</a:t>
            </a:r>
          </a:p>
          <a:p>
            <a:pPr marL="137160" indent="0" algn="just">
              <a:lnSpc>
                <a:spcPct val="170000"/>
              </a:lnSpc>
              <a:buNone/>
            </a:pPr>
            <a:r>
              <a:rPr lang="en-US" sz="1800" dirty="0"/>
              <a:t> </a:t>
            </a:r>
            <a:endParaRPr lang="en-IN" dirty="0"/>
          </a:p>
        </p:txBody>
      </p:sp>
      <p:sp>
        <p:nvSpPr>
          <p:cNvPr id="4" name="Date Placeholder 3">
            <a:extLst>
              <a:ext uri="{FF2B5EF4-FFF2-40B4-BE49-F238E27FC236}">
                <a16:creationId xmlns:a16="http://schemas.microsoft.com/office/drawing/2014/main" id="{4C41A9CD-823B-40A5-A390-22700750D9FD}"/>
              </a:ext>
            </a:extLst>
          </p:cNvPr>
          <p:cNvSpPr>
            <a:spLocks noGrp="1"/>
          </p:cNvSpPr>
          <p:nvPr>
            <p:ph type="dt" idx="10"/>
          </p:nvPr>
        </p:nvSpPr>
        <p:spPr/>
        <p:txBody>
          <a:bodyPr/>
          <a:lstStyle/>
          <a:p>
            <a:fld id="{E6D7FAF1-84AE-4366-9F65-A1791787170E}" type="datetime1">
              <a:rPr lang="en-US" smtClean="0"/>
              <a:pPr/>
              <a:t>11/29/2021</a:t>
            </a:fld>
            <a:endParaRPr lang="en-US"/>
          </a:p>
        </p:txBody>
      </p:sp>
      <p:sp>
        <p:nvSpPr>
          <p:cNvPr id="5" name="Slide Number Placeholder 4">
            <a:extLst>
              <a:ext uri="{FF2B5EF4-FFF2-40B4-BE49-F238E27FC236}">
                <a16:creationId xmlns:a16="http://schemas.microsoft.com/office/drawing/2014/main" id="{FF75B1BC-F26C-4BCE-AEE7-5876A39A2C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4</a:t>
            </a:fld>
            <a:endParaRPr lang="en-IN"/>
          </a:p>
        </p:txBody>
      </p:sp>
    </p:spTree>
    <p:extLst>
      <p:ext uri="{BB962C8B-B14F-4D97-AF65-F5344CB8AC3E}">
        <p14:creationId xmlns:p14="http://schemas.microsoft.com/office/powerpoint/2010/main" val="463873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CB884-F59E-49C0-919F-1B0D6E3F1905}"/>
              </a:ext>
            </a:extLst>
          </p:cNvPr>
          <p:cNvSpPr>
            <a:spLocks noGrp="1"/>
          </p:cNvSpPr>
          <p:nvPr>
            <p:ph type="title"/>
          </p:nvPr>
        </p:nvSpPr>
        <p:spPr/>
        <p:txBody>
          <a:bodyPr/>
          <a:lstStyle/>
          <a:p>
            <a:r>
              <a:rPr lang="en-US" dirty="0"/>
              <a:t>Literature Review</a:t>
            </a:r>
            <a:endParaRPr lang="en-IN" dirty="0"/>
          </a:p>
        </p:txBody>
      </p:sp>
      <p:sp>
        <p:nvSpPr>
          <p:cNvPr id="3" name="Text Placeholder 2">
            <a:extLst>
              <a:ext uri="{FF2B5EF4-FFF2-40B4-BE49-F238E27FC236}">
                <a16:creationId xmlns:a16="http://schemas.microsoft.com/office/drawing/2014/main" id="{1D8835E6-0664-468F-97B1-18B88F0A9664}"/>
              </a:ext>
            </a:extLst>
          </p:cNvPr>
          <p:cNvSpPr>
            <a:spLocks noGrp="1"/>
          </p:cNvSpPr>
          <p:nvPr>
            <p:ph type="body" idx="1"/>
          </p:nvPr>
        </p:nvSpPr>
        <p:spPr>
          <a:xfrm>
            <a:off x="677334" y="1818527"/>
            <a:ext cx="8596668" cy="4222836"/>
          </a:xfrm>
        </p:spPr>
        <p:txBody>
          <a:bodyPr>
            <a:normAutofit/>
          </a:bodyPr>
          <a:lstStyle/>
          <a:p>
            <a:pPr marL="137160" indent="0">
              <a:buNone/>
            </a:pPr>
            <a:r>
              <a:rPr lang="en-US" sz="3200" b="1" dirty="0"/>
              <a:t>Artificial Intelligence</a:t>
            </a:r>
          </a:p>
          <a:p>
            <a:pPr marL="137160" indent="0">
              <a:buNone/>
            </a:pPr>
            <a:r>
              <a:rPr lang="en-US" sz="2600" b="0" i="0" dirty="0">
                <a:solidFill>
                  <a:srgbClr val="000000"/>
                </a:solidFill>
                <a:effectLst/>
                <a:latin typeface="Roboto" panose="02000000000000000000" pitchFamily="2" charset="0"/>
              </a:rPr>
              <a:t>The virtual try-on system uses a unique artificial intelligence (AI)-driven way to digitize items of clothing. </a:t>
            </a:r>
          </a:p>
          <a:p>
            <a:r>
              <a:rPr lang="en-US" sz="2600" b="0" i="0" dirty="0">
                <a:solidFill>
                  <a:srgbClr val="000000"/>
                </a:solidFill>
                <a:effectLst/>
                <a:latin typeface="Roboto" panose="02000000000000000000" pitchFamily="2" charset="0"/>
              </a:rPr>
              <a:t>Using a corresponding imaging and display system</a:t>
            </a:r>
          </a:p>
          <a:p>
            <a:r>
              <a:rPr lang="en-US" sz="2600" b="0" i="0" dirty="0">
                <a:solidFill>
                  <a:srgbClr val="000000"/>
                </a:solidFill>
                <a:effectLst/>
                <a:latin typeface="Roboto" panose="02000000000000000000" pitchFamily="2" charset="0"/>
              </a:rPr>
              <a:t> </a:t>
            </a:r>
            <a:r>
              <a:rPr lang="en-US" sz="2600" dirty="0">
                <a:solidFill>
                  <a:srgbClr val="000000"/>
                </a:solidFill>
                <a:latin typeface="Roboto" panose="02000000000000000000" pitchFamily="2" charset="0"/>
              </a:rPr>
              <a:t>A</a:t>
            </a:r>
            <a:r>
              <a:rPr lang="en-US" sz="2600" b="0" i="0" dirty="0">
                <a:solidFill>
                  <a:srgbClr val="000000"/>
                </a:solidFill>
                <a:effectLst/>
                <a:latin typeface="Roboto" panose="02000000000000000000" pitchFamily="2" charset="0"/>
              </a:rPr>
              <a:t> user can then view themself on a screen wearing anything from the digital wardrobe. </a:t>
            </a:r>
          </a:p>
          <a:p>
            <a:r>
              <a:rPr lang="en-US" sz="2600" b="0" i="0" dirty="0">
                <a:solidFill>
                  <a:srgbClr val="000000"/>
                </a:solidFill>
                <a:effectLst/>
                <a:latin typeface="Roboto" panose="02000000000000000000" pitchFamily="2" charset="0"/>
              </a:rPr>
              <a:t>An AI engine synthesizes photorealistic images, allowing movement and details.</a:t>
            </a:r>
            <a:endParaRPr lang="en-US" sz="2600" b="1" dirty="0"/>
          </a:p>
          <a:p>
            <a:pPr marL="137160" indent="0">
              <a:buNone/>
            </a:pPr>
            <a:endParaRPr lang="en-US" b="1" dirty="0"/>
          </a:p>
          <a:p>
            <a:pPr marL="137160" indent="0">
              <a:buNone/>
            </a:pPr>
            <a:endParaRPr lang="en-IN" sz="3200" b="1" dirty="0"/>
          </a:p>
        </p:txBody>
      </p:sp>
      <p:sp>
        <p:nvSpPr>
          <p:cNvPr id="4" name="Date Placeholder 3">
            <a:extLst>
              <a:ext uri="{FF2B5EF4-FFF2-40B4-BE49-F238E27FC236}">
                <a16:creationId xmlns:a16="http://schemas.microsoft.com/office/drawing/2014/main" id="{0B2551E8-DEED-4423-833D-3BE0928F9200}"/>
              </a:ext>
            </a:extLst>
          </p:cNvPr>
          <p:cNvSpPr>
            <a:spLocks noGrp="1"/>
          </p:cNvSpPr>
          <p:nvPr>
            <p:ph type="dt" idx="10"/>
          </p:nvPr>
        </p:nvSpPr>
        <p:spPr/>
        <p:txBody>
          <a:bodyPr/>
          <a:lstStyle/>
          <a:p>
            <a:fld id="{E6D7FAF1-84AE-4366-9F65-A1791787170E}" type="datetime1">
              <a:rPr lang="en-US" smtClean="0"/>
              <a:pPr/>
              <a:t>11/29/2021</a:t>
            </a:fld>
            <a:endParaRPr lang="en-US"/>
          </a:p>
        </p:txBody>
      </p:sp>
      <p:sp>
        <p:nvSpPr>
          <p:cNvPr id="5" name="Slide Number Placeholder 4">
            <a:extLst>
              <a:ext uri="{FF2B5EF4-FFF2-40B4-BE49-F238E27FC236}">
                <a16:creationId xmlns:a16="http://schemas.microsoft.com/office/drawing/2014/main" id="{48FBB9FC-F089-4E0B-9375-34D306696C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5</a:t>
            </a:fld>
            <a:endParaRPr lang="en-IN"/>
          </a:p>
        </p:txBody>
      </p:sp>
    </p:spTree>
    <p:extLst>
      <p:ext uri="{BB962C8B-B14F-4D97-AF65-F5344CB8AC3E}">
        <p14:creationId xmlns:p14="http://schemas.microsoft.com/office/powerpoint/2010/main" val="230506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1C34A-BF51-4B4A-B086-5F50DA918C1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B64BFFC-362D-4164-89E8-D419481CAB65}"/>
              </a:ext>
            </a:extLst>
          </p:cNvPr>
          <p:cNvSpPr>
            <a:spLocks noGrp="1"/>
          </p:cNvSpPr>
          <p:nvPr>
            <p:ph type="body" idx="1"/>
          </p:nvPr>
        </p:nvSpPr>
        <p:spPr/>
        <p:txBody>
          <a:bodyPr>
            <a:normAutofit fontScale="70000" lnSpcReduction="20000"/>
          </a:bodyPr>
          <a:lstStyle/>
          <a:p>
            <a:r>
              <a:rPr lang="en-US" dirty="0" err="1"/>
              <a:t>Oriflame</a:t>
            </a:r>
            <a:r>
              <a:rPr lang="en-US" dirty="0"/>
              <a:t> is one of the best examples when it comes to virtual try-on makeup. The </a:t>
            </a:r>
            <a:r>
              <a:rPr lang="en-US" dirty="0" err="1"/>
              <a:t>Oriflame</a:t>
            </a:r>
            <a:r>
              <a:rPr lang="en-US" dirty="0"/>
              <a:t> app enables users to try on lipstick, eyeliner, blush, mascara, and eyeshadow virtually so they can see exactly how the various makeup products look on them instantly. This enables easy and effective shopping that couples convenience and satisfaction because women know how it looks on them prior to their purchase.</a:t>
            </a:r>
          </a:p>
          <a:p>
            <a:r>
              <a:rPr lang="en-US" dirty="0"/>
              <a:t>The virtual try-on for glasses is another example of augmented reality in use. </a:t>
            </a:r>
            <a:r>
              <a:rPr lang="en-US" dirty="0" err="1"/>
              <a:t>Lenskart</a:t>
            </a:r>
            <a:r>
              <a:rPr lang="en-US" dirty="0"/>
              <a:t> and </a:t>
            </a:r>
            <a:r>
              <a:rPr lang="en-US" dirty="0" err="1"/>
              <a:t>VirTry</a:t>
            </a:r>
            <a:r>
              <a:rPr lang="en-US" dirty="0"/>
              <a:t> are two examples of using augmented reality to try-on glasses and sunglasses. The eyewear industry is changing so people can try on different frames for glasses and sunglasses from the comfort of their homes. People have shown a positive response, which means the eyewear industry is likely to change its path so it can offer more such experiences to the customers</a:t>
            </a:r>
          </a:p>
          <a:p>
            <a:r>
              <a:rPr lang="en-US" dirty="0"/>
              <a:t>Baume is a watchmaking brand that stepped into the virtual try-on bandwagon and has reaped benefits by doing so. The Swiss watchmaker provides a customization option to customers and allows them to try on the </a:t>
            </a:r>
            <a:r>
              <a:rPr lang="en-US" dirty="0" err="1"/>
              <a:t>customised</a:t>
            </a:r>
            <a:r>
              <a:rPr lang="en-US" dirty="0"/>
              <a:t> watches. This has allowed customers to know how the </a:t>
            </a:r>
            <a:r>
              <a:rPr lang="en-US" dirty="0" err="1"/>
              <a:t>customised</a:t>
            </a:r>
            <a:r>
              <a:rPr lang="en-US" dirty="0"/>
              <a:t> watch looks on their wrist so they can make changes if required and get the watch of their dreams.</a:t>
            </a:r>
          </a:p>
          <a:p>
            <a:r>
              <a:rPr lang="en-US" dirty="0"/>
              <a:t>Clothing is another industry where virtual try-on has proved to be a major success. Amazon is planning to launch virtual try-on clothes so customers can try before they buy from Amazon. </a:t>
            </a:r>
            <a:r>
              <a:rPr lang="en-US" dirty="0" err="1"/>
              <a:t>Zeekit</a:t>
            </a:r>
            <a:r>
              <a:rPr lang="en-US" dirty="0"/>
              <a:t> enables customers to try clothing online with the help of virtual images. Another example is Style.me where customers can create avatars and see how clothes fit on them. The fashion industry is quickly transitioning to provide AR technology through virtual fitting rooms.</a:t>
            </a:r>
            <a:endParaRPr lang="en-IN" dirty="0"/>
          </a:p>
        </p:txBody>
      </p:sp>
      <p:sp>
        <p:nvSpPr>
          <p:cNvPr id="4" name="Date Placeholder 3">
            <a:extLst>
              <a:ext uri="{FF2B5EF4-FFF2-40B4-BE49-F238E27FC236}">
                <a16:creationId xmlns:a16="http://schemas.microsoft.com/office/drawing/2014/main" id="{FC89C2A5-F773-4485-974D-E554A4A3D7E0}"/>
              </a:ext>
            </a:extLst>
          </p:cNvPr>
          <p:cNvSpPr>
            <a:spLocks noGrp="1"/>
          </p:cNvSpPr>
          <p:nvPr>
            <p:ph type="dt" idx="10"/>
          </p:nvPr>
        </p:nvSpPr>
        <p:spPr/>
        <p:txBody>
          <a:bodyPr/>
          <a:lstStyle/>
          <a:p>
            <a:fld id="{E6D7FAF1-84AE-4366-9F65-A1791787170E}" type="datetime1">
              <a:rPr lang="en-US" smtClean="0"/>
              <a:pPr/>
              <a:t>11/29/2021</a:t>
            </a:fld>
            <a:endParaRPr lang="en-US"/>
          </a:p>
        </p:txBody>
      </p:sp>
      <p:sp>
        <p:nvSpPr>
          <p:cNvPr id="5" name="Slide Number Placeholder 4">
            <a:extLst>
              <a:ext uri="{FF2B5EF4-FFF2-40B4-BE49-F238E27FC236}">
                <a16:creationId xmlns:a16="http://schemas.microsoft.com/office/drawing/2014/main" id="{79C597DD-80EC-40DF-AFB5-86AA97B23B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6</a:t>
            </a:fld>
            <a:endParaRPr lang="en-IN"/>
          </a:p>
        </p:txBody>
      </p:sp>
    </p:spTree>
    <p:extLst>
      <p:ext uri="{BB962C8B-B14F-4D97-AF65-F5344CB8AC3E}">
        <p14:creationId xmlns:p14="http://schemas.microsoft.com/office/powerpoint/2010/main" val="1788258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4"/>
          <p:cNvSpPr txBox="1">
            <a:spLocks noGrp="1"/>
          </p:cNvSpPr>
          <p:nvPr>
            <p:ph type="title"/>
          </p:nvPr>
        </p:nvSpPr>
        <p:spPr>
          <a:xfrm>
            <a:off x="677334" y="609601"/>
            <a:ext cx="8596668" cy="73728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IN"/>
              <a:t>Problem Statement  &amp; Objective</a:t>
            </a:r>
            <a:endParaRPr/>
          </a:p>
        </p:txBody>
      </p:sp>
      <p:sp>
        <p:nvSpPr>
          <p:cNvPr id="175" name="Google Shape;175;p4"/>
          <p:cNvSpPr txBox="1">
            <a:spLocks noGrp="1"/>
          </p:cNvSpPr>
          <p:nvPr>
            <p:ph type="body" idx="1"/>
          </p:nvPr>
        </p:nvSpPr>
        <p:spPr>
          <a:xfrm>
            <a:off x="677334" y="1930401"/>
            <a:ext cx="8596668" cy="4110962"/>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440"/>
              <a:buNone/>
            </a:pPr>
            <a:r>
              <a:rPr lang="en-US" dirty="0">
                <a:solidFill>
                  <a:schemeClr val="tx1"/>
                </a:solidFill>
              </a:rPr>
              <a:t>Technology has weaved its way into every sphere of life and shopping is no exception. They use technology to compare and ultimately decide what they will buy. our project falls under the category of augmented reality, virtual reality, and AI. </a:t>
            </a:r>
          </a:p>
          <a:p>
            <a:pPr marL="0" lvl="0" indent="0" algn="just" rtl="0">
              <a:spcBef>
                <a:spcPts val="0"/>
              </a:spcBef>
              <a:spcAft>
                <a:spcPts val="0"/>
              </a:spcAft>
              <a:buSzPts val="1440"/>
              <a:buNone/>
            </a:pPr>
            <a:r>
              <a:rPr lang="en-US" dirty="0">
                <a:solidFill>
                  <a:schemeClr val="tx1"/>
                </a:solidFill>
              </a:rPr>
              <a:t>All this is done virtually with the help of a phone, laptop, or other devices that capture the image in real-time. Virtually trying on items allows customers to know exactly how something looks on them. Whether it is shoes or a piece of jewelry, virtually trying on products enables customers and retailers to connect without the barrier of customers coming to a physical store for shopping</a:t>
            </a:r>
            <a:endParaRPr dirty="0">
              <a:solidFill>
                <a:schemeClr val="tx1"/>
              </a:solidFill>
            </a:endParaRPr>
          </a:p>
        </p:txBody>
      </p:sp>
      <p:sp>
        <p:nvSpPr>
          <p:cNvPr id="176" name="Google Shape;176;p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4EC37EBE-CBDA-4E1D-B633-FC39374D9717}" type="datetime1">
              <a:rPr lang="en-US" smtClean="0"/>
              <a:pPr marL="0" lvl="0" indent="0" algn="r" rtl="0">
                <a:spcBef>
                  <a:spcPts val="0"/>
                </a:spcBef>
                <a:spcAft>
                  <a:spcPts val="0"/>
                </a:spcAft>
                <a:buNone/>
              </a:pPr>
              <a:t>11/29/2021</a:t>
            </a:fld>
            <a:endParaRPr/>
          </a:p>
        </p:txBody>
      </p:sp>
      <p:sp>
        <p:nvSpPr>
          <p:cNvPr id="178" name="Google Shape;178;p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820D1-3E22-4F30-A10F-CA974F6873DD}"/>
              </a:ext>
            </a:extLst>
          </p:cNvPr>
          <p:cNvSpPr>
            <a:spLocks noGrp="1"/>
          </p:cNvSpPr>
          <p:nvPr>
            <p:ph type="title"/>
          </p:nvPr>
        </p:nvSpPr>
        <p:spPr/>
        <p:txBody>
          <a:bodyPr/>
          <a:lstStyle/>
          <a:p>
            <a:r>
              <a:rPr lang="en-IN" dirty="0"/>
              <a:t>Screenshots</a:t>
            </a:r>
          </a:p>
        </p:txBody>
      </p:sp>
      <p:sp>
        <p:nvSpPr>
          <p:cNvPr id="4" name="Date Placeholder 3">
            <a:extLst>
              <a:ext uri="{FF2B5EF4-FFF2-40B4-BE49-F238E27FC236}">
                <a16:creationId xmlns:a16="http://schemas.microsoft.com/office/drawing/2014/main" id="{5ABEA017-65C3-4E1F-8705-181E184A1EAB}"/>
              </a:ext>
            </a:extLst>
          </p:cNvPr>
          <p:cNvSpPr>
            <a:spLocks noGrp="1"/>
          </p:cNvSpPr>
          <p:nvPr>
            <p:ph type="dt" idx="10"/>
          </p:nvPr>
        </p:nvSpPr>
        <p:spPr/>
        <p:txBody>
          <a:bodyPr/>
          <a:lstStyle/>
          <a:p>
            <a:fld id="{E6D7FAF1-84AE-4366-9F65-A1791787170E}" type="datetime1">
              <a:rPr lang="en-US" smtClean="0"/>
              <a:pPr/>
              <a:t>11/29/2021</a:t>
            </a:fld>
            <a:endParaRPr lang="en-US"/>
          </a:p>
        </p:txBody>
      </p:sp>
      <p:sp>
        <p:nvSpPr>
          <p:cNvPr id="5" name="Slide Number Placeholder 4">
            <a:extLst>
              <a:ext uri="{FF2B5EF4-FFF2-40B4-BE49-F238E27FC236}">
                <a16:creationId xmlns:a16="http://schemas.microsoft.com/office/drawing/2014/main" id="{5EDDE80E-1D54-4586-9C8F-FED79824F7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8</a:t>
            </a:fld>
            <a:endParaRPr lang="en-IN"/>
          </a:p>
        </p:txBody>
      </p:sp>
      <p:pic>
        <p:nvPicPr>
          <p:cNvPr id="7" name="Picture 6">
            <a:extLst>
              <a:ext uri="{FF2B5EF4-FFF2-40B4-BE49-F238E27FC236}">
                <a16:creationId xmlns:a16="http://schemas.microsoft.com/office/drawing/2014/main" id="{7541737D-B96E-4C30-A70D-3B098B85A5B3}"/>
              </a:ext>
            </a:extLst>
          </p:cNvPr>
          <p:cNvPicPr>
            <a:picLocks noChangeAspect="1"/>
          </p:cNvPicPr>
          <p:nvPr/>
        </p:nvPicPr>
        <p:blipFill>
          <a:blip r:embed="rId2"/>
          <a:stretch>
            <a:fillRect/>
          </a:stretch>
        </p:blipFill>
        <p:spPr>
          <a:xfrm>
            <a:off x="810700" y="2197528"/>
            <a:ext cx="8329935" cy="4318000"/>
          </a:xfrm>
          <a:prstGeom prst="rect">
            <a:avLst/>
          </a:prstGeom>
        </p:spPr>
      </p:pic>
    </p:spTree>
    <p:extLst>
      <p:ext uri="{BB962C8B-B14F-4D97-AF65-F5344CB8AC3E}">
        <p14:creationId xmlns:p14="http://schemas.microsoft.com/office/powerpoint/2010/main" val="2784630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4D27A-B519-4180-B10C-171C124F5A77}"/>
              </a:ext>
            </a:extLst>
          </p:cNvPr>
          <p:cNvSpPr>
            <a:spLocks noGrp="1"/>
          </p:cNvSpPr>
          <p:nvPr>
            <p:ph type="title"/>
          </p:nvPr>
        </p:nvSpPr>
        <p:spPr/>
        <p:txBody>
          <a:bodyPr/>
          <a:lstStyle/>
          <a:p>
            <a:r>
              <a:rPr lang="en-IN" dirty="0"/>
              <a:t>Screenshots</a:t>
            </a:r>
          </a:p>
        </p:txBody>
      </p:sp>
      <p:sp>
        <p:nvSpPr>
          <p:cNvPr id="4" name="Date Placeholder 3">
            <a:extLst>
              <a:ext uri="{FF2B5EF4-FFF2-40B4-BE49-F238E27FC236}">
                <a16:creationId xmlns:a16="http://schemas.microsoft.com/office/drawing/2014/main" id="{A567FDF3-4B17-4323-A64A-061EF8A2DA07}"/>
              </a:ext>
            </a:extLst>
          </p:cNvPr>
          <p:cNvSpPr>
            <a:spLocks noGrp="1"/>
          </p:cNvSpPr>
          <p:nvPr>
            <p:ph type="dt" idx="10"/>
          </p:nvPr>
        </p:nvSpPr>
        <p:spPr/>
        <p:txBody>
          <a:bodyPr/>
          <a:lstStyle/>
          <a:p>
            <a:fld id="{E6D7FAF1-84AE-4366-9F65-A1791787170E}" type="datetime1">
              <a:rPr lang="en-US" smtClean="0"/>
              <a:pPr/>
              <a:t>11/29/2021</a:t>
            </a:fld>
            <a:endParaRPr lang="en-US"/>
          </a:p>
        </p:txBody>
      </p:sp>
      <p:sp>
        <p:nvSpPr>
          <p:cNvPr id="5" name="Slide Number Placeholder 4">
            <a:extLst>
              <a:ext uri="{FF2B5EF4-FFF2-40B4-BE49-F238E27FC236}">
                <a16:creationId xmlns:a16="http://schemas.microsoft.com/office/drawing/2014/main" id="{3CDEA133-CC63-48BC-9153-5ACBB86566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9</a:t>
            </a:fld>
            <a:endParaRPr lang="en-IN"/>
          </a:p>
        </p:txBody>
      </p:sp>
      <p:pic>
        <p:nvPicPr>
          <p:cNvPr id="7" name="Picture 6">
            <a:extLst>
              <a:ext uri="{FF2B5EF4-FFF2-40B4-BE49-F238E27FC236}">
                <a16:creationId xmlns:a16="http://schemas.microsoft.com/office/drawing/2014/main" id="{6C78881B-6503-4E74-900E-DD935CFC66D6}"/>
              </a:ext>
            </a:extLst>
          </p:cNvPr>
          <p:cNvPicPr>
            <a:picLocks noChangeAspect="1"/>
          </p:cNvPicPr>
          <p:nvPr/>
        </p:nvPicPr>
        <p:blipFill>
          <a:blip r:embed="rId2"/>
          <a:stretch>
            <a:fillRect/>
          </a:stretch>
        </p:blipFill>
        <p:spPr>
          <a:xfrm>
            <a:off x="677334" y="2382909"/>
            <a:ext cx="8878539" cy="3057952"/>
          </a:xfrm>
          <a:prstGeom prst="rect">
            <a:avLst/>
          </a:prstGeom>
        </p:spPr>
      </p:pic>
    </p:spTree>
    <p:extLst>
      <p:ext uri="{BB962C8B-B14F-4D97-AF65-F5344CB8AC3E}">
        <p14:creationId xmlns:p14="http://schemas.microsoft.com/office/powerpoint/2010/main" val="1895462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74628-734A-4775-A337-85248BA26CB5}"/>
              </a:ext>
            </a:extLst>
          </p:cNvPr>
          <p:cNvSpPr>
            <a:spLocks noGrp="1"/>
          </p:cNvSpPr>
          <p:nvPr>
            <p:ph type="title"/>
          </p:nvPr>
        </p:nvSpPr>
        <p:spPr/>
        <p:txBody>
          <a:bodyPr/>
          <a:lstStyle/>
          <a:p>
            <a:r>
              <a:rPr lang="en-IN" dirty="0"/>
              <a:t>Screenshots</a:t>
            </a:r>
          </a:p>
        </p:txBody>
      </p:sp>
      <p:sp>
        <p:nvSpPr>
          <p:cNvPr id="4" name="Date Placeholder 3">
            <a:extLst>
              <a:ext uri="{FF2B5EF4-FFF2-40B4-BE49-F238E27FC236}">
                <a16:creationId xmlns:a16="http://schemas.microsoft.com/office/drawing/2014/main" id="{A090B5D7-AF3B-4464-9CAB-3C1A17E8FB94}"/>
              </a:ext>
            </a:extLst>
          </p:cNvPr>
          <p:cNvSpPr>
            <a:spLocks noGrp="1"/>
          </p:cNvSpPr>
          <p:nvPr>
            <p:ph type="dt" idx="10"/>
          </p:nvPr>
        </p:nvSpPr>
        <p:spPr/>
        <p:txBody>
          <a:bodyPr/>
          <a:lstStyle/>
          <a:p>
            <a:fld id="{E6D7FAF1-84AE-4366-9F65-A1791787170E}" type="datetime1">
              <a:rPr lang="en-US" smtClean="0"/>
              <a:pPr/>
              <a:t>11/29/2021</a:t>
            </a:fld>
            <a:endParaRPr lang="en-US"/>
          </a:p>
        </p:txBody>
      </p:sp>
      <p:sp>
        <p:nvSpPr>
          <p:cNvPr id="5" name="Slide Number Placeholder 4">
            <a:extLst>
              <a:ext uri="{FF2B5EF4-FFF2-40B4-BE49-F238E27FC236}">
                <a16:creationId xmlns:a16="http://schemas.microsoft.com/office/drawing/2014/main" id="{8CF47A90-FD3E-4B99-BEF9-464CA87416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10</a:t>
            </a:fld>
            <a:endParaRPr lang="en-IN"/>
          </a:p>
        </p:txBody>
      </p:sp>
      <p:pic>
        <p:nvPicPr>
          <p:cNvPr id="7" name="Picture 6">
            <a:extLst>
              <a:ext uri="{FF2B5EF4-FFF2-40B4-BE49-F238E27FC236}">
                <a16:creationId xmlns:a16="http://schemas.microsoft.com/office/drawing/2014/main" id="{BF6EA43D-C1D8-49C3-A29B-297214B563FE}"/>
              </a:ext>
            </a:extLst>
          </p:cNvPr>
          <p:cNvPicPr>
            <a:picLocks noChangeAspect="1"/>
          </p:cNvPicPr>
          <p:nvPr/>
        </p:nvPicPr>
        <p:blipFill>
          <a:blip r:embed="rId2"/>
          <a:stretch>
            <a:fillRect/>
          </a:stretch>
        </p:blipFill>
        <p:spPr>
          <a:xfrm>
            <a:off x="836736" y="2767568"/>
            <a:ext cx="8095596" cy="2636639"/>
          </a:xfrm>
          <a:prstGeom prst="rect">
            <a:avLst/>
          </a:prstGeom>
        </p:spPr>
      </p:pic>
    </p:spTree>
    <p:extLst>
      <p:ext uri="{BB962C8B-B14F-4D97-AF65-F5344CB8AC3E}">
        <p14:creationId xmlns:p14="http://schemas.microsoft.com/office/powerpoint/2010/main" val="256458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3952D-5E05-4D45-A314-AF812EEF48B2}"/>
              </a:ext>
            </a:extLst>
          </p:cNvPr>
          <p:cNvSpPr>
            <a:spLocks noGrp="1"/>
          </p:cNvSpPr>
          <p:nvPr>
            <p:ph type="title"/>
          </p:nvPr>
        </p:nvSpPr>
        <p:spPr/>
        <p:txBody>
          <a:bodyPr/>
          <a:lstStyle/>
          <a:p>
            <a:r>
              <a:rPr lang="en-US" dirty="0"/>
              <a:t>Processed Approach</a:t>
            </a:r>
            <a:endParaRPr lang="en-IN" dirty="0"/>
          </a:p>
        </p:txBody>
      </p:sp>
      <p:sp>
        <p:nvSpPr>
          <p:cNvPr id="4" name="Date Placeholder 3">
            <a:extLst>
              <a:ext uri="{FF2B5EF4-FFF2-40B4-BE49-F238E27FC236}">
                <a16:creationId xmlns:a16="http://schemas.microsoft.com/office/drawing/2014/main" id="{D8F8AD60-5B59-4907-A14A-1DECE9D8D4E6}"/>
              </a:ext>
            </a:extLst>
          </p:cNvPr>
          <p:cNvSpPr>
            <a:spLocks noGrp="1"/>
          </p:cNvSpPr>
          <p:nvPr>
            <p:ph type="dt" idx="10"/>
          </p:nvPr>
        </p:nvSpPr>
        <p:spPr/>
        <p:txBody>
          <a:bodyPr/>
          <a:lstStyle/>
          <a:p>
            <a:fld id="{E6D7FAF1-84AE-4366-9F65-A1791787170E}" type="datetime1">
              <a:rPr lang="en-US" smtClean="0"/>
              <a:pPr/>
              <a:t>11/29/2021</a:t>
            </a:fld>
            <a:endParaRPr lang="en-US"/>
          </a:p>
        </p:txBody>
      </p:sp>
      <p:sp>
        <p:nvSpPr>
          <p:cNvPr id="5" name="Slide Number Placeholder 4">
            <a:extLst>
              <a:ext uri="{FF2B5EF4-FFF2-40B4-BE49-F238E27FC236}">
                <a16:creationId xmlns:a16="http://schemas.microsoft.com/office/drawing/2014/main" id="{B3C6F4CB-8E3D-46F0-9C5A-5304405990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11</a:t>
            </a:fld>
            <a:endParaRPr lang="en-IN"/>
          </a:p>
        </p:txBody>
      </p:sp>
      <p:pic>
        <p:nvPicPr>
          <p:cNvPr id="7" name="Picture 6">
            <a:extLst>
              <a:ext uri="{FF2B5EF4-FFF2-40B4-BE49-F238E27FC236}">
                <a16:creationId xmlns:a16="http://schemas.microsoft.com/office/drawing/2014/main" id="{2D1738F1-D1F3-4168-A27E-239A011D409A}"/>
              </a:ext>
            </a:extLst>
          </p:cNvPr>
          <p:cNvPicPr>
            <a:picLocks noChangeAspect="1"/>
          </p:cNvPicPr>
          <p:nvPr/>
        </p:nvPicPr>
        <p:blipFill>
          <a:blip r:embed="rId2"/>
          <a:stretch>
            <a:fillRect/>
          </a:stretch>
        </p:blipFill>
        <p:spPr>
          <a:xfrm>
            <a:off x="3054070" y="1478580"/>
            <a:ext cx="4805660" cy="5014602"/>
          </a:xfrm>
          <a:prstGeom prst="rect">
            <a:avLst/>
          </a:prstGeom>
        </p:spPr>
      </p:pic>
    </p:spTree>
    <p:extLst>
      <p:ext uri="{BB962C8B-B14F-4D97-AF65-F5344CB8AC3E}">
        <p14:creationId xmlns:p14="http://schemas.microsoft.com/office/powerpoint/2010/main" val="2704921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IN"/>
              <a:t>References</a:t>
            </a:r>
            <a:endParaRPr/>
          </a:p>
        </p:txBody>
      </p:sp>
      <p:sp>
        <p:nvSpPr>
          <p:cNvPr id="237" name="Google Shape;237;p11"/>
          <p:cNvSpPr txBox="1">
            <a:spLocks noGrp="1"/>
          </p:cNvSpPr>
          <p:nvPr>
            <p:ph type="body" idx="1"/>
          </p:nvPr>
        </p:nvSpPr>
        <p:spPr>
          <a:xfrm>
            <a:off x="677334" y="1606379"/>
            <a:ext cx="8596668" cy="443498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IN">
                <a:solidFill>
                  <a:srgbClr val="FF0000"/>
                </a:solidFill>
              </a:rPr>
              <a:t>List of Research papers for this project work.</a:t>
            </a:r>
            <a:endParaRPr>
              <a:solidFill>
                <a:srgbClr val="FF0000"/>
              </a:solidFill>
            </a:endParaRPr>
          </a:p>
        </p:txBody>
      </p:sp>
      <p:sp>
        <p:nvSpPr>
          <p:cNvPr id="238" name="Google Shape;238;p1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5C44A5D9-9934-483D-8F52-F385E53D44CB}" type="datetime1">
              <a:rPr lang="en-US" smtClean="0"/>
              <a:pPr marL="0" lvl="0" indent="0" algn="r" rtl="0">
                <a:spcBef>
                  <a:spcPts val="0"/>
                </a:spcBef>
                <a:spcAft>
                  <a:spcPts val="0"/>
                </a:spcAft>
                <a:buNone/>
              </a:pPr>
              <a:t>11/29/2021</a:t>
            </a:fld>
            <a:endParaRPr/>
          </a:p>
        </p:txBody>
      </p:sp>
      <p:sp>
        <p:nvSpPr>
          <p:cNvPr id="240" name="Google Shape;240;p1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6000"/>
              <a:buFont typeface="Trebuchet MS"/>
              <a:buNone/>
            </a:pPr>
            <a:r>
              <a:rPr lang="en-IN" sz="6000" dirty="0"/>
              <a:t>Thanks &amp; QA</a:t>
            </a:r>
            <a:endParaRPr/>
          </a:p>
        </p:txBody>
      </p:sp>
      <p:pic>
        <p:nvPicPr>
          <p:cNvPr id="246" name="Google Shape;246;p12"/>
          <p:cNvPicPr preferRelativeResize="0">
            <a:picLocks noGrp="1"/>
          </p:cNvPicPr>
          <p:nvPr>
            <p:ph type="body" idx="1"/>
          </p:nvPr>
        </p:nvPicPr>
        <p:blipFill rotWithShape="1">
          <a:blip r:embed="rId3">
            <a:alphaModFix/>
          </a:blip>
          <a:srcRect/>
          <a:stretch/>
        </p:blipFill>
        <p:spPr>
          <a:xfrm>
            <a:off x="2829698" y="2201890"/>
            <a:ext cx="4287794" cy="3472674"/>
          </a:xfrm>
          <a:prstGeom prst="rect">
            <a:avLst/>
          </a:prstGeom>
          <a:noFill/>
          <a:ln>
            <a:noFill/>
          </a:ln>
        </p:spPr>
      </p:pic>
      <p:sp>
        <p:nvSpPr>
          <p:cNvPr id="247" name="Google Shape;247;p1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EE378742-2B58-4DDF-A095-8D6618A92983}" type="datetime1">
              <a:rPr lang="en-US" smtClean="0"/>
              <a:pPr marL="0" lvl="0" indent="0" algn="r" rtl="0">
                <a:spcBef>
                  <a:spcPts val="0"/>
                </a:spcBef>
                <a:spcAft>
                  <a:spcPts val="0"/>
                </a:spcAft>
                <a:buNone/>
              </a:pPr>
              <a:t>11/29/2021</a:t>
            </a:fld>
            <a:endParaRPr/>
          </a:p>
        </p:txBody>
      </p:sp>
      <p:sp>
        <p:nvSpPr>
          <p:cNvPr id="249" name="Google Shape;249;p1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13</a:t>
            </a:fld>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TotalTime>
  <Words>837</Words>
  <Application>Microsoft Office PowerPoint</Application>
  <PresentationFormat>Widescreen</PresentationFormat>
  <Paragraphs>72</Paragraphs>
  <Slides>13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Noto Sans Symbols</vt:lpstr>
      <vt:lpstr>Roboto</vt:lpstr>
      <vt:lpstr>Times New Roman</vt:lpstr>
      <vt:lpstr>Trebuchet MS</vt:lpstr>
      <vt:lpstr>Facet</vt:lpstr>
      <vt:lpstr>Poornima College of Engineering B. Tech. II Year (III Semester) NSP –I Phase Presentation Session: 2021-22</vt:lpstr>
      <vt:lpstr>Abstract</vt:lpstr>
      <vt:lpstr>Literature Review</vt:lpstr>
      <vt:lpstr>Literature Review</vt:lpstr>
      <vt:lpstr>Literature Review</vt:lpstr>
      <vt:lpstr>PowerPoint Presentation</vt:lpstr>
      <vt:lpstr>Problem Statement  &amp; Objective</vt:lpstr>
      <vt:lpstr>Screenshots</vt:lpstr>
      <vt:lpstr>Screenshots</vt:lpstr>
      <vt:lpstr>Screenshots</vt:lpstr>
      <vt:lpstr>Processed Approach</vt:lpstr>
      <vt:lpstr>References</vt:lpstr>
      <vt:lpstr>Thanks &amp; QA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Poornima College of Engineering B. Tech. II Year (III Semester) Session: 2021-22</dc:title>
  <dc:creator>india</dc:creator>
  <cp:lastModifiedBy>shitanshu goyal</cp:lastModifiedBy>
  <cp:revision>18</cp:revision>
  <dcterms:created xsi:type="dcterms:W3CDTF">2019-09-25T04:16:25Z</dcterms:created>
  <dcterms:modified xsi:type="dcterms:W3CDTF">2021-11-29T05:19:29Z</dcterms:modified>
</cp:coreProperties>
</file>